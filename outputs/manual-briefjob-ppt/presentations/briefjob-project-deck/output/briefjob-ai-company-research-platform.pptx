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fdb5a1b0b94e03" /><Relationship Type="http://schemas.openxmlformats.org/officeDocument/2006/relationships/extended-properties" Target="/docProps/app.xml" Id="Rf617741d80134d84" /><Relationship Type="http://schemas.openxmlformats.org/officeDocument/2006/relationships/officeDocument" Target="/ppt/presentation.xml" Id="Rd8b8d8695def46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d78d7bb37b413b"/>
  </p:sldMasterIdLst>
  <p:notesMasterIdLst>
    <p:notesMasterId xmlns:r="http://schemas.openxmlformats.org/officeDocument/2006/relationships" r:id="R087b4ecebb8e44ef"/>
  </p:notesMasterIdLst>
  <p:sldIdLst>
    <p:sldId xmlns:r="http://schemas.openxmlformats.org/officeDocument/2006/relationships" id="256" r:id="Rb4cabac43b6f4a77"/>
    <p:sldId xmlns:r="http://schemas.openxmlformats.org/officeDocument/2006/relationships" id="257" r:id="R2ef6514e663c45e3"/>
    <p:sldId xmlns:r="http://schemas.openxmlformats.org/officeDocument/2006/relationships" id="258" r:id="R89b018cc727a460b"/>
    <p:sldId xmlns:r="http://schemas.openxmlformats.org/officeDocument/2006/relationships" id="259" r:id="R1bf8c6ec4e7d46eb"/>
    <p:sldId xmlns:r="http://schemas.openxmlformats.org/officeDocument/2006/relationships" id="260" r:id="R9474784397b949ab"/>
    <p:sldId xmlns:r="http://schemas.openxmlformats.org/officeDocument/2006/relationships" id="261" r:id="R1d5d44816d4d41ed"/>
    <p:sldId xmlns:r="http://schemas.openxmlformats.org/officeDocument/2006/relationships" id="262" r:id="R9b719411ac7c426b"/>
    <p:sldId xmlns:r="http://schemas.openxmlformats.org/officeDocument/2006/relationships" id="263" r:id="R14fd941770234e7a"/>
    <p:sldId xmlns:r="http://schemas.openxmlformats.org/officeDocument/2006/relationships" id="264" r:id="R6b2aca481d9b416b"/>
    <p:sldId xmlns:r="http://schemas.openxmlformats.org/officeDocument/2006/relationships" id="265" r:id="Rfc452ab5408c4745"/>
    <p:sldId xmlns:r="http://schemas.openxmlformats.org/officeDocument/2006/relationships" id="266" r:id="R8292c6e7ea8a48c8"/>
    <p:sldId xmlns:r="http://schemas.openxmlformats.org/officeDocument/2006/relationships" id="267" r:id="R0e9c50fcddaf4652"/>
    <p:sldId xmlns:r="http://schemas.openxmlformats.org/officeDocument/2006/relationships" id="268" r:id="R19a09aaf8ce34a4e"/>
    <p:sldId xmlns:r="http://schemas.openxmlformats.org/officeDocument/2006/relationships" id="269" r:id="R15429597f581413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d78d7bb37b413b" /><Relationship Type="http://schemas.openxmlformats.org/officeDocument/2006/relationships/theme" Target="/ppt/theme/theme1.xml" Id="Re7336bab52c145b6" /><Relationship Type="http://schemas.openxmlformats.org/officeDocument/2006/relationships/notesMaster" Target="/ppt/notesMasters/notesMaster1.xml" Id="R087b4ecebb8e44ef" /><Relationship Type="http://schemas.openxmlformats.org/officeDocument/2006/relationships/presProps" Target="/ppt/presProps.xml" Id="Rb49fbc5474d04b8d" /><Relationship Type="http://schemas.openxmlformats.org/officeDocument/2006/relationships/viewProps" Target="/ppt/viewProps.xml" Id="R4c58be7128e9491b" /><Relationship Type="http://schemas.openxmlformats.org/officeDocument/2006/relationships/tableStyles" Target="/ppt/tableStyles.xml" Id="R329983cadd324c63" /><Relationship Type="http://schemas.openxmlformats.org/officeDocument/2006/relationships/slide" Target="/ppt/slides/slide1.xml" Id="Rb4cabac43b6f4a77" /><Relationship Type="http://schemas.openxmlformats.org/officeDocument/2006/relationships/slide" Target="/ppt/slides/slide2.xml" Id="R2ef6514e663c45e3" /><Relationship Type="http://schemas.openxmlformats.org/officeDocument/2006/relationships/slide" Target="/ppt/slides/slide3.xml" Id="R89b018cc727a460b" /><Relationship Type="http://schemas.openxmlformats.org/officeDocument/2006/relationships/slide" Target="/ppt/slides/slide4.xml" Id="R1bf8c6ec4e7d46eb" /><Relationship Type="http://schemas.openxmlformats.org/officeDocument/2006/relationships/slide" Target="/ppt/slides/slide5.xml" Id="R9474784397b949ab" /><Relationship Type="http://schemas.openxmlformats.org/officeDocument/2006/relationships/slide" Target="/ppt/slides/slide6.xml" Id="R1d5d44816d4d41ed" /><Relationship Type="http://schemas.openxmlformats.org/officeDocument/2006/relationships/slide" Target="/ppt/slides/slide7.xml" Id="R9b719411ac7c426b" /><Relationship Type="http://schemas.openxmlformats.org/officeDocument/2006/relationships/slide" Target="/ppt/slides/slide8.xml" Id="R14fd941770234e7a" /><Relationship Type="http://schemas.openxmlformats.org/officeDocument/2006/relationships/slide" Target="/ppt/slides/slide9.xml" Id="R6b2aca481d9b416b" /><Relationship Type="http://schemas.openxmlformats.org/officeDocument/2006/relationships/slide" Target="/ppt/slides/slide10.xml" Id="Rfc452ab5408c4745" /><Relationship Type="http://schemas.openxmlformats.org/officeDocument/2006/relationships/slide" Target="/ppt/slides/slide11.xml" Id="R8292c6e7ea8a48c8" /><Relationship Type="http://schemas.openxmlformats.org/officeDocument/2006/relationships/slide" Target="/ppt/slides/slide12.xml" Id="R0e9c50fcddaf4652" /><Relationship Type="http://schemas.openxmlformats.org/officeDocument/2006/relationships/slide" Target="/ppt/slides/slide13.xml" Id="R19a09aaf8ce34a4e" /><Relationship Type="http://schemas.openxmlformats.org/officeDocument/2006/relationships/slide" Target="/ppt/slides/slide14.xml" Id="R15429597f58141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47a7a0f2a954e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92b4c1a3c3443e" /><Relationship Type="http://schemas.openxmlformats.org/officeDocument/2006/relationships/notesMaster" Target="/ppt/notesMasters/notesMaster1.xml" Id="Rb1a5127d72dc4b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cf0a60166d4a75" /><Relationship Type="http://schemas.openxmlformats.org/officeDocument/2006/relationships/notesMaster" Target="/ppt/notesMasters/notesMaster1.xml" Id="Rb39a915232dc4b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19500f5fd364863" /><Relationship Type="http://schemas.openxmlformats.org/officeDocument/2006/relationships/notesMaster" Target="/ppt/notesMasters/notesMaster1.xml" Id="R0a138f17b31e46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85345030a54656" /><Relationship Type="http://schemas.openxmlformats.org/officeDocument/2006/relationships/notesMaster" Target="/ppt/notesMasters/notesMaster1.xml" Id="Rb265d7302e8143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0a8dc0eaa443fd" /><Relationship Type="http://schemas.openxmlformats.org/officeDocument/2006/relationships/notesMaster" Target="/ppt/notesMasters/notesMaster1.xml" Id="R04d40a18bbd744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4a6a55a6ae4442" /><Relationship Type="http://schemas.openxmlformats.org/officeDocument/2006/relationships/notesMaster" Target="/ppt/notesMasters/notesMaster1.xml" Id="R472c1f9d4cb54e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adeef732264bc4" /><Relationship Type="http://schemas.openxmlformats.org/officeDocument/2006/relationships/notesMaster" Target="/ppt/notesMasters/notesMaster1.xml" Id="Rfbc7a1cc4aeb41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910724668e4612" /><Relationship Type="http://schemas.openxmlformats.org/officeDocument/2006/relationships/notesMaster" Target="/ppt/notesMasters/notesMaster1.xml" Id="R62ff9ac44c1642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0216bfa34647cb" /><Relationship Type="http://schemas.openxmlformats.org/officeDocument/2006/relationships/notesMaster" Target="/ppt/notesMasters/notesMaster1.xml" Id="Rcb8d50242c4847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3f9edd644c448c" /><Relationship Type="http://schemas.openxmlformats.org/officeDocument/2006/relationships/notesMaster" Target="/ppt/notesMasters/notesMaster1.xml" Id="Raeb433dd8e5c4a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b75685478240a6" /><Relationship Type="http://schemas.openxmlformats.org/officeDocument/2006/relationships/notesMaster" Target="/ppt/notesMasters/notesMaster1.xml" Id="R6b474fc5b5d74f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88f61ea07d4bc9" /><Relationship Type="http://schemas.openxmlformats.org/officeDocument/2006/relationships/notesMaster" Target="/ppt/notesMasters/notesMaster1.xml" Id="Ra8f6b7e19fe645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4aaad65693f48d6" /><Relationship Type="http://schemas.openxmlformats.org/officeDocument/2006/relationships/notesMaster" Target="/ppt/notesMasters/notesMaster1.xml" Id="R3ad3d3881c594b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73497bc6da452d" /><Relationship Type="http://schemas.openxmlformats.org/officeDocument/2006/relationships/notesMaster" Target="/ppt/notesMasters/notesMaster1.xml" Id="Ra1393330a45248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3d3cc5714474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d674e19d8f94538" /><Relationship Type="http://schemas.openxmlformats.org/officeDocument/2006/relationships/slideLayout" Target="/ppt/slideLayouts/slideLayout2.xml" Id="Rc7be3286317245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be3286317245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e1eb55772c4311" /><Relationship Type="http://schemas.openxmlformats.org/officeDocument/2006/relationships/notesSlide" Target="/ppt/notesSlides/notesSlide1.xml" Id="Rb250cd6c105f45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57d19461ba43b7" /><Relationship Type="http://schemas.openxmlformats.org/officeDocument/2006/relationships/notesSlide" Target="/ppt/notesSlides/notesSlide2.xml" Id="Rd6bbcacdeeac45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367dd0d49642ef" /><Relationship Type="http://schemas.openxmlformats.org/officeDocument/2006/relationships/notesSlide" Target="/ppt/notesSlides/notesSlide3.xml" Id="Rd79a3371638d4e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ff436067b04453" /><Relationship Type="http://schemas.openxmlformats.org/officeDocument/2006/relationships/notesSlide" Target="/ppt/notesSlides/notesSlide4.xml" Id="R193d48835f844a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03b9074f924c3c" /><Relationship Type="http://schemas.openxmlformats.org/officeDocument/2006/relationships/notesSlide" Target="/ppt/notesSlides/notesSlide5.xml" Id="Rd0ac8fdf582c45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44bc71d12142cb" /><Relationship Type="http://schemas.openxmlformats.org/officeDocument/2006/relationships/notesSlide" Target="/ppt/notesSlides/notesSlide6.xml" Id="R99cdf7de446544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4d5f45ba2a4173" /><Relationship Type="http://schemas.openxmlformats.org/officeDocument/2006/relationships/notesSlide" Target="/ppt/notesSlides/notesSlide7.xml" Id="Rbf6e65f0559244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5b55131f7c49c4" /><Relationship Type="http://schemas.openxmlformats.org/officeDocument/2006/relationships/notesSlide" Target="/ppt/notesSlides/notesSlide8.xml" Id="Ra680f45b365547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6841719d124c10" /><Relationship Type="http://schemas.openxmlformats.org/officeDocument/2006/relationships/notesSlide" Target="/ppt/notesSlides/notesSlide9.xml" Id="Rb1609edd721a47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d93ff8f2894eb8" /><Relationship Type="http://schemas.openxmlformats.org/officeDocument/2006/relationships/notesSlide" Target="/ppt/notesSlides/notesSlide10.xml" Id="Rda3bcc58724b48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f54de8318d4aa4" /><Relationship Type="http://schemas.openxmlformats.org/officeDocument/2006/relationships/notesSlide" Target="/ppt/notesSlides/notesSlide11.xml" Id="Rd414caca0be34f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fe416594744c2b" /><Relationship Type="http://schemas.openxmlformats.org/officeDocument/2006/relationships/notesSlide" Target="/ppt/notesSlides/notesSlide12.xml" Id="Rb7a05f4bdfc448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640063bf274cdc" /><Relationship Type="http://schemas.openxmlformats.org/officeDocument/2006/relationships/notesSlide" Target="/ppt/notesSlides/notesSlide13.xml" Id="R804847f20fb444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5b9c81b6b54c96" /><Relationship Type="http://schemas.openxmlformats.org/officeDocument/2006/relationships/notesSlide" Target="/ppt/notesSlides/notesSlide14.xml" Id="R18eb5b04bee049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265965-D9EC-4BA4-A06C-3904E77F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385F5-BC23-485B-8154-C4FBECAB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A9610-4008-48AC-B1EB-6C29FF61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361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BriefJob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61798-C5B6-4517-9618-5655416F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AI 기반 취업 뉴스·기업 리서치 플랫폼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7DE32-442A-45F2-B9A2-36DE0256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뉴스 수집, 기업정보 정리, 채용공고 탐색, 면접 준비를 하나의 흐름으로 연결한 취업 분석 서비스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DA761-AFAA-4BD0-A914-CB7F6987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66750"/>
            <a:ext cx="33147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EF3D6-8800-4ECD-92AF-C9306565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0477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PROJECT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1C48F-8DD4-4A7F-BBF2-BF68ADD4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76500"/>
            <a:ext cx="2343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4ADE8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49455-6F5B-492C-ADB3-F8C17787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1300"/>
            <a:ext cx="2571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발표시간 10분</a:t>
            </a:r>
          </a:p>
          <a:p xmlns:a="http://schemas.openxmlformats.org/drawingml/2006/main">
            <a:pPr algn="l">
              <a:defRPr sz="1650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본문 12장 구성</a:t>
            </a:r>
          </a:p>
          <a:p xmlns:a="http://schemas.openxmlformats.org/drawingml/2006/main">
            <a:pPr algn="l">
              <a:defRPr sz="1650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평가 항목 직접 대응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2B9E5-90AD-48CD-9FD5-48701B45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767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7F3D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7F3D0"/>
                </a:solidFill>
                <a:latin typeface="Malgun Gothic"/>
                <a:ea typeface="Malgun Gothic"/>
                <a:cs typeface="Malgun Gothic"/>
              </a:rPr>
              <a:t>GitHub / README / 데이터분석 결과 제출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1263C-3B6C-4AF5-8FD4-8155E5CB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46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71CFF-4DD5-4E8F-B1C6-D0CAE048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현대·기아 1차 협력사 후보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81A72-331A-4759-B653-3B53A2A8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67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C60EB8-9B8D-48A0-B676-FED39AA1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67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핵심 데이터 흐름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1F4F8-4F0E-43FB-B65A-BD78A8CD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673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46A12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C46A12"/>
                </a:solidFill>
                <a:latin typeface="Malgun Gothic"/>
                <a:ea typeface="Malgun Gothic"/>
                <a:cs typeface="Malgun Gothic"/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5B05A-A0DE-465D-B010-D0DF4CA5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674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브리핑과 리서치의 중심</a:t>
            </a:r>
          </a:p>
        </p:txBody>
      </p:sp>
    </p:spTree>
    <p:extLst>
      <p:ext uri="{BB962C8B-B14F-4D97-AF65-F5344CB8AC3E}">
        <p14:creationId xmlns:p14="http://schemas.microsoft.com/office/powerpoint/2010/main" val="18253344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887094-1241-40C5-BECC-CC272A93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F864F-E2EF-4565-84BC-A159BD63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E2D82-9250-49FC-96A4-C2F979AC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PROJECT MEANING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C11A4-2439-4790-B12F-96E7B27C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흩어진 취업 정보를 ‘지원 판단’으로 바꾸는 서비스입니다.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5324F-2A56-4CDD-95C7-886DC5F4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66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단순 뉴스 모음이 아니라 기사, 공개 기업자료, 채용공고 후보를 근거로 취업 준비자가 바로 활용할 수 있는 브리핑을 만듭니다.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29774-7F36-4FE2-A04C-77593C94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2575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ADD74-446C-40DA-B563-3D496D6F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86050"/>
            <a:ext cx="32575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0B9E4-3837-4DAC-9054-59C568EE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32575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7AF2C-CD44-408F-95A6-64952DF8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기존 문제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6A531-E60E-4A4D-8192-D0ACB5F2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185A6-795A-4ADB-892A-DCCD27B8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뉴스, 후기, 채용공고가 서로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62F49-2E55-41E8-AF3F-66EC220B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CB7B7-726D-40DE-8AEB-EC72C80B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광고성/커뮤니티 글이 섞여 신뢰도 저하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9C3C8-8278-40F4-9F04-D49EE994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B60B3-66B3-4EF7-AE11-0E614F82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기업명을 검색해도 지원 관점 정리가 어려움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BD720-8D05-4436-A0A2-2E3747B9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71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우리의 전환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EAEE6-9003-4B42-9858-6A789DB7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552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90DF99-F3A2-4857-BE09-D1CAFB68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4290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검색 결과를 채용 관련 근거로 필터링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1B2606-FE60-4DE8-A8CF-292350C1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952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DEE7C5-F166-4252-AB28-34D1C040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8290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LLM이 최신 이슈와 준비 포인트 요약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97953-7646-44B5-9D34-5F7B6127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352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3E0B94-277C-46A5-A18F-1A1CEBD5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2291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근거 링크와 함께 확인 가능한 구조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653558-4E41-4432-97C0-8F674676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71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rPr>
              <a:t>발표 의의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CFABDB-350D-46B9-97C5-94C0F2A1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52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B27887-5E59-4E83-BE02-24F81B57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AI를 ‘답변 생성기’가 아니라 리서치 도구로 설계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3FBF02-25B2-4EB7-8D5C-D223CAEE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52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3BF3C4-C8C2-47E4-9BCA-4BCCE5CF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290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데이터 수집-정제-분석-결과도출 전 과정을 구현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491C3B-0B21-4330-99FD-44BDC730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52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A1CF5C-277E-4F67-95B4-9BD58089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291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실제 취업 준비 흐름과 연결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20904D-602D-4A07-8610-D19E6694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8CDBB9-6962-49CF-BD80-F8685A8B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BriefJob | AI 취업 뉴스·기업 리서치 플랫폼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6977A8-9337-4A08-AC05-0D49591D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389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본문 01 / 12</a:t>
            </a:r>
          </a:p>
        </p:txBody>
      </p:sp>
    </p:spTree>
    <p:extLst>
      <p:ext uri="{BB962C8B-B14F-4D97-AF65-F5344CB8AC3E}">
        <p14:creationId xmlns:p14="http://schemas.microsoft.com/office/powerpoint/2010/main" val="7394650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092CC2-5A21-490D-9A4D-B7EB87CC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B9E36-0706-49E8-9B33-B3DCFB7A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75FEC-C2C8-4045-878B-A4DACF38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rPr>
              <a:t>TARGET USERS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CE5E1-D226-44FB-8DA0-FB218F03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타겟은 ‘기업을 골라야 하는 취업 준비자’입니다.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E6253-7B85-4D70-B445-AA4A6981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578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70E5C-3EFB-4792-A98A-C2A94A45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취업 준비생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BF66E-7F49-429F-B5E4-D19909BF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552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지원 기업의 최근 이슈와 사업 키워드를 빠르게 파악해야 하는 사용자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7A360-EA6B-4FBB-9BA7-9E1A70AE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52578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8C8FB-768D-4FC7-B54D-F45F1E03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rPr>
              <a:t>면접 준비자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6511A-8380-4300-8C95-5DFAC81F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552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기사 근거로 예상 질문과 답변 방향을 정리하고 싶은 사용자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486C0-5AE7-4B4F-8A2F-E04EA347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2578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85A9C-E096-4301-8722-2B34C17D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프로젝트 발표자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E1CD3-2CFF-4717-A10C-FFE79733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4552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기업/산업 데이터를 수집해 인사이트를 설명해야 하는 사용자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E6844B-4DD2-4618-A5D4-482BAB14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52578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0F22B-49BA-4B4D-821B-98E815C4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291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rPr>
              <a:t>진로 상담자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E3212-6575-42C9-9A19-39B547B6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48200"/>
            <a:ext cx="4552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기업 후보군과 채용 흐름을 한 화면에서 비교하고 싶은 사용자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E8AC5-BDA2-4925-A85D-BDC27A55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핵심 사용 상황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67C34B-AA62-4CDC-B09A-5E89018A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7FCEC3-E44D-4C1C-B4E4-F434B32D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BriefJob | AI 취업 뉴스·기업 리서치 플랫폼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5F116-0E67-43EB-80F1-0EB5FB20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389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본문 02 / 12</a:t>
            </a:r>
          </a:p>
        </p:txBody>
      </p:sp>
    </p:spTree>
    <p:extLst>
      <p:ext uri="{BB962C8B-B14F-4D97-AF65-F5344CB8AC3E}">
        <p14:creationId xmlns:p14="http://schemas.microsoft.com/office/powerpoint/2010/main" val="9390218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E28CCE-A38E-4071-A1C2-BC74C0C9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F8597-6478-4580-B19D-3A6A247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485F4-BC91-4F45-912D-00D1046C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SERVICE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612A6-D2B1-4378-90C3-1D3B6BE4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검색 한 번으로 뉴스, 브리핑, 기업 리서치, 채용 탐색까지 이어집니다.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27AC8-A5A7-471D-8DFF-54AD1CCA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752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119E3-0E26-436D-977D-65BA512E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24258-1250-4102-97DC-FC9921C9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기업/산업 검색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E1AA2-086B-40BC-8040-D37F1524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회사명 또는 산업 키워드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3E6E0-72F8-444D-B82E-01456E3D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528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52A82-9DBE-46DF-9E51-45DF11A9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1752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02712-6A43-40D2-B821-80A40B3B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670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0BCB7-49EC-42C4-ADBD-CC1BC85E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051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뉴스 수집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39B01-9AF9-422B-8E6D-80B70EE1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8615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네이버·카카오 검색 API 기반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ECC35-9DB8-4C05-8D50-CF7BF11F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528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9E6C5-99D3-428D-BC02-07BAEE72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1752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A4788-0EA1-4AAC-857A-20A0DF59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670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5F592A-78B1-4749-901D-E4C456B0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051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정제/필터링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3C147F-BF09-4EAC-BA8E-DA177A56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8615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커뮤니티, 파일, 무관 결과 제거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B0A13E-B449-4E70-A1D3-41A31276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18D6DE-18D2-45A1-B696-AF776AD4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1752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F36BC-F39D-4574-AB03-85B9DB8C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670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FE564-AE71-47C3-8E27-33D31189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051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AI 브리핑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2DC862-D333-4DB5-B987-AE4D0DC3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8615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최근 이슈와 준비 키워드 요약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987D06-AFDE-4614-A575-07FD0529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528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CBC2BA-391D-4D00-A522-039D427B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76500"/>
            <a:ext cx="1752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21A5D9-73B3-4133-9CFD-CD6FB344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0"/>
            <a:ext cx="457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550A79-0D2E-4B18-A80B-C6E6DE4A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051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채용 탐색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0F82E4-0530-43C1-B840-9984ED9D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8615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공개 채용공고 후보 연결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4CF296-A5C0-4CF1-92B0-8CDF78C1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rPr>
              <a:t>사용자 경험 목표: 검색어를 다시 입력하지 않고 결과 화면에서 바로 요약과 리서치로 넘어가는 흐름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4D159B-D6EB-4633-90AC-B1CB05FD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38648F-0117-4DFD-A1DA-A15C41A6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BriefJob | AI 취업 뉴스·기업 리서치 플랫폼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9A3231-E6BC-440F-9496-D86E012E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389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본문 03 / 12</a:t>
            </a:r>
          </a:p>
        </p:txBody>
      </p:sp>
    </p:spTree>
    <p:extLst>
      <p:ext uri="{BB962C8B-B14F-4D97-AF65-F5344CB8AC3E}">
        <p14:creationId xmlns:p14="http://schemas.microsoft.com/office/powerpoint/2010/main" val="15767151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9905A7-54D0-4955-B1D0-1D9C738F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D09BC-8F7E-4198-AC97-EA852D83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12"/>
          </a:solidFill>
          <a:ln xmlns:a="http://schemas.openxmlformats.org/drawingml/2006/main" w="0">
            <a:solidFill>
              <a:srgbClr val="C46A1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AD1FF-D9FC-44BA-8028-A5B261BD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A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46A12"/>
                </a:solidFill>
                <a:latin typeface="Malgun Gothic"/>
                <a:ea typeface="Malgun Gothic"/>
                <a:cs typeface="Malgun Gothic"/>
              </a:rPr>
              <a:t>TECH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99660-3DE9-4C19-9DD9-EAF7933B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0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Flask 기반 웹앱 위에 검색 API와 LLM 분석층을 결합했습니다.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D6BB6-2E87-409E-8357-EF680119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A735D-D15D-4C6F-B82E-FBA4B67B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76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EBD8A-4F76-4147-84D0-8227BF05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Jinja2 Templates · CSS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반응형 화면, 카드/리스트 UI, 썸네일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5D795-FAB0-48EE-A8CD-D1A06F65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BAEE7-D812-4671-A13E-AA0157E1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A1461-15F9-4AF3-971C-5913FA7E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4320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Python Flask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라우팅, 검색 요청, 캐시, 페이지네이션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C4843-7ED2-48F5-8156-1BABCD09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735CA-453B-4A7A-AF46-9F518DB1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rPr>
              <a:t>Collectors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14361-184F-4E11-BB20-AD525877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4805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Naver Search API · Kakao Search API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뉴스/웹검색 결과 수집 및 정제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971FE-8FCB-4535-8334-0F5FF8E0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576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B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9DEF4-93B7-49A7-B215-081FCD36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rPr>
              <a:t>AI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5509E-F2A8-42A8-9AFA-F75AF5FC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5290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LLM API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뉴스 브리핑, 기업 리서치, 예상 면접질문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2E04B-FEF3-4842-B54C-9CF780E2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8D16EE-5950-4356-B8AF-A5946465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6A1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46A12"/>
                </a:solidFill>
                <a:latin typeface="Malgun Gothic"/>
                <a:ea typeface="Malgun Gothic"/>
                <a:cs typeface="Malgun Gothic"/>
              </a:rPr>
              <a:t>Data/Utils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4679D2-AB53-4766-927F-FFBC94CF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57750"/>
            <a:ext cx="704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JSON Cache · pandas · BeautifulSoup</a:t>
            </a:r>
          </a:p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필터링, 중복 제거, OG 이미지 추출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37886F-05F4-4A1F-96D9-1BB64F5D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A1D265-B142-4860-A17D-B13B0903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6982F9-F90D-47E8-A8D2-4D80395F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BriefJob | AI 취업 뉴스·기업 리서치 플랫폼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326D6-E072-4874-A1C7-CCC8D343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389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본문 04 / 12</a:t>
            </a:r>
          </a:p>
        </p:txBody>
      </p:sp>
    </p:spTree>
    <p:extLst>
      <p:ext uri="{BB962C8B-B14F-4D97-AF65-F5344CB8AC3E}">
        <p14:creationId xmlns:p14="http://schemas.microsoft.com/office/powerpoint/2010/main" val="8958148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DCF4EC-37DB-4220-9F01-DA3F209C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DD70B-D34C-46D8-B97D-70805D54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DED89-9241-4FE9-98B9-E2840B8A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DATA FILTERING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2AFD8-70DA-49E3-9500-1C209C97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데이터 품질은 ‘무엇을 버릴지’에서 결정됐습니다.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0DB14-1EF7-4FFB-AE68-4926FB57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954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32127-BFEE-43A7-88DC-8BA731E9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8192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원본 검색 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D9FBD-9576-4BB9-B305-4DD1FAEA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2880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뉴스·웹검색 API에서 넓게 수집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FE5B2-36B0-497E-AEB8-FA6EFD73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19350"/>
            <a:ext cx="7572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0D73D-F198-4F6B-90CD-261A7FF1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431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도메인 차단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32C72-E0F8-4666-8A4E-CBFC6650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52700"/>
            <a:ext cx="5095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디시, 블라인드, 커뮤니티성 결과 제외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5D10D-4138-442D-BFEC-4627B7FF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43250"/>
            <a:ext cx="657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7B126-41F8-469E-9E91-9E1837A6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670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파일/이미지 제거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8A1FC-C727-435E-A381-7F3A99C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766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xlsx, pdf, 이미지 링크 등 비기사 결과 제거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B6EF6-1509-4498-AA18-1CFCDB88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67150"/>
            <a:ext cx="5572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6B9EE-BCC5-4BAA-9A7E-45D7E444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909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관련성 판정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858EC-68EB-43FC-8A5A-129C8B80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00500"/>
            <a:ext cx="3095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제목/본문에 회사명과 자동차 부품 맥락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29FF9-121D-4C0B-BB62-2D9F4EE7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591050"/>
            <a:ext cx="457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8F1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193ED6-4955-4526-B7A7-EC119FF1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1487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rPr>
              <a:t>분석 대상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EFE9E0-81A1-42EE-83BF-A5BB73B4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244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근거 링크가 있는 기사·채용 후보만 출력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A66A23-B38B-4DB9-8E12-F3FF2DE0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62600"/>
            <a:ext cx="800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6A1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46A12"/>
                </a:solidFill>
                <a:latin typeface="Malgun Gothic"/>
                <a:ea typeface="Malgun Gothic"/>
                <a:cs typeface="Malgun Gothic"/>
              </a:rPr>
              <a:t>예: ‘아진’ 검색 시 로또 판매점/도로명 결과를 자동차 부품 맥락으로 걸러냄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D8BD4A-16E8-4392-A164-A0BE8E9C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308C3E-0460-4A7E-B8C9-E26CA03A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BriefJob | AI 취업 뉴스·기업 리서치 플랫폼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F3ACB8-BEB3-43DB-9A78-3A537ACC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389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본문 05 / 12</a:t>
            </a:r>
          </a:p>
        </p:txBody>
      </p:sp>
    </p:spTree>
    <p:extLst>
      <p:ext uri="{BB962C8B-B14F-4D97-AF65-F5344CB8AC3E}">
        <p14:creationId xmlns:p14="http://schemas.microsoft.com/office/powerpoint/2010/main" val="4356356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6C5BD7-51DD-4C0E-ABA0-2DB38A7C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2FC26-7655-4BEC-AF69-0EEA62B0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47F04-EE8D-4B2A-B4EF-82C296E1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rPr>
              <a:t>LLM ROLE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18F07-B8B0-4E23-B055-E7E47B4B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LLM은 정보를 꾸며내는 대신, 근거 기반 리서치 조수로 사용했습니다.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46F59-E9D2-4695-A1FD-2BAE1FF6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718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76EDB-F10E-4215-B09C-4878A057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43100"/>
            <a:ext cx="33718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2BA2B-4637-4F5A-A1CE-331F678A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33718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C8573-BA9A-49DB-8B60-AFE6AB8C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산업 키워드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6F08D-42DD-439B-8EB9-72799BC9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0609B-9B12-4AB6-B5C4-B70E28C8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최신 뉴스 요약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309A1-685A-4DF1-8BA5-6386A9FF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24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81CA1-83ED-42E3-AC6A-21722833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동향과 리스크 정리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44CA25-CC8B-486C-8AC1-8D163CF2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24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7BBA98-B206-4056-AC20-63E87C41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004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준비 키워드 제안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2CA0B-EF14-48DD-9695-30848A9B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24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4E2A5-80A6-4FF1-9EDF-63B61B81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면접 질문은 생성하지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59138-0669-461F-8395-8497C7AB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479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rPr>
              <a:t>기업명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C7C84-6C50-4AA1-80C2-E2C4996F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24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BCB34B-96EB-493F-8D96-DBD68987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8003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기업 개요와 사업 키워드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9C89A-5617-4C2B-97C5-C237115E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24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8DCD97-FE78-458E-BE0B-718E8DEC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2004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복지·근무제도 신호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C84CAB-0F51-4EE6-876A-5813868B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24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CB9AC7-59C1-4089-ACCB-9C37D7B7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6004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예상 면접질문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4503C5-4CB3-456E-99AB-E5C97D4D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124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FACB97-9AD8-44E1-95E5-080E539E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0005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근거 링크 제시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4E4960-74A9-45B0-81A7-016A9163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46A1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46A12"/>
                </a:solidFill>
                <a:latin typeface="Malgun Gothic"/>
                <a:ea typeface="Malgun Gothic"/>
                <a:cs typeface="Malgun Gothic"/>
              </a:rPr>
              <a:t>통제 장치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219391-EF04-467B-ABBB-64752C38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24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12"/>
          </a:solidFill>
          <a:ln xmlns:a="http://schemas.openxmlformats.org/drawingml/2006/main" w="0">
            <a:solidFill>
              <a:srgbClr val="C46A1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8F8245-81C9-4DFE-8C84-E2DF03E5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003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부적절 검색어 제한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76D06B-4E60-4EBF-BBDD-C3DFB005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24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12"/>
          </a:solidFill>
          <a:ln xmlns:a="http://schemas.openxmlformats.org/drawingml/2006/main" w="0">
            <a:solidFill>
              <a:srgbClr val="C46A1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33B324-40A6-4805-AC9F-0304E6AD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004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근거 기사 기반 응답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E0AC10-27DB-493D-89F8-861584DF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24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12"/>
          </a:solidFill>
          <a:ln xmlns:a="http://schemas.openxmlformats.org/drawingml/2006/main" w="0">
            <a:solidFill>
              <a:srgbClr val="C46A1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5291D7-7E90-474B-BF16-222E0938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004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공개 자료와 추정 구분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FE64A0-D000-476B-8941-BA3289E3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24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12"/>
          </a:solidFill>
          <a:ln xmlns:a="http://schemas.openxmlformats.org/drawingml/2006/main" w="0">
            <a:solidFill>
              <a:srgbClr val="C46A1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024FA9-0AFE-4CE7-A570-FFC55AA8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0050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빈 결과는 빈 결과로 표시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EF520C-5037-48BE-8EB6-5AB98D3F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C628FC-5F35-4CC7-84DA-ECD3B6A3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BriefJob | AI 취업 뉴스·기업 리서치 플랫폼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0D072E-3346-46F1-A82D-F6D66259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389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본문 06 / 12</a:t>
            </a:r>
          </a:p>
        </p:txBody>
      </p:sp>
    </p:spTree>
    <p:extLst>
      <p:ext uri="{BB962C8B-B14F-4D97-AF65-F5344CB8AC3E}">
        <p14:creationId xmlns:p14="http://schemas.microsoft.com/office/powerpoint/2010/main" val="10504197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3304CC-BC39-4988-8D79-790B73A1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13808-455F-4906-A530-C0474918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C88D5-B81F-4D71-990B-B0F55A1A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KEY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C742F-FBFE-4489-A2C2-0FA4DA7C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현재 구현된 기능은 취업 리서치의 전체 흐름을 덮습니다.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28E87-DD72-45B0-8E88-148B5A7E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57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0700E-B551-4B65-B608-519A0586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첫 화면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01090-3931-48C0-92DF-3184EE0D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6690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저장 JSON을 바로 노출하지 않고 서비스 소개 화면으로 시작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369BD-3BEF-4AA0-BE6E-18547EB7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95450"/>
            <a:ext cx="5257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84CFE-EB3C-487B-98B6-A95A08BA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669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rPr>
              <a:t>뉴스 검색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B5EC4-E9E7-4A6D-A1C2-0A497738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6690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기업/산업 키워드로 기사 수집, 썸네일과 출처 표시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A9995-2D54-480F-AAC1-E9E27D89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5257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83F99-58E6-492F-AC98-F250528A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6A1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46A12"/>
                </a:solidFill>
                <a:latin typeface="Malgun Gothic"/>
                <a:ea typeface="Malgun Gothic"/>
                <a:cs typeface="Malgun Gothic"/>
              </a:rPr>
              <a:t>AI 브리핑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BE13C-2685-4A47-9F52-82C8F983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051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뉴스 근거로 이슈·키워드·기업 리서치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40AA4-5A62-410D-8B04-DF75E2AB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33700"/>
            <a:ext cx="5257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49C902-912F-4DEE-914A-82858B6A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051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기업정보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52C7A-F1B0-423B-8852-D4FCFED5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현대/기아 1차 협력사 후보군의 제품·직무 포인트 정리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0A9E3-EDC4-463A-BE8B-03DC5F23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257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FF46C-2DAD-4AA0-8646-FB95B2B3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rPr>
              <a:t>채용공고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274552-60B3-4BE0-8988-09AD5C15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4340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고용24 API 없이 공개 채용 검색 결과 후보 표시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4CC88-C9DD-4CF2-B982-8D02A039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71950"/>
            <a:ext cx="5257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610002-336F-46F1-9A51-67A437AC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46A1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46A12"/>
                </a:solidFill>
                <a:latin typeface="Malgun Gothic"/>
                <a:ea typeface="Malgun Gothic"/>
                <a:cs typeface="Malgun Gothic"/>
              </a:rPr>
              <a:t>품질 제어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C19A57-9331-45F3-A19D-F880E0F3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4340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커뮤니티, 파일, 무관 키워드, 욕설성 검색어 제한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CCC1CA-930F-493A-B318-58A0BBC4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A7E10F-3266-4A9D-99B3-19E18738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BriefJob | AI 취업 뉴스·기업 리서치 플랫폼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E69838-A488-4118-A403-37E315CC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389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본문 07 / 12</a:t>
            </a:r>
          </a:p>
        </p:txBody>
      </p:sp>
    </p:spTree>
    <p:extLst>
      <p:ext uri="{BB962C8B-B14F-4D97-AF65-F5344CB8AC3E}">
        <p14:creationId xmlns:p14="http://schemas.microsoft.com/office/powerpoint/2010/main" val="19409256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49C7B0-D297-44BE-A3DE-F0AF79A4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D50F9-FEB2-4F47-8B0B-40EF7A7D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60A6E-8C97-46DC-B5A3-B998EECF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DATA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7D6D9-3AC9-4697-82C4-63E7D9E9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분석 초점은 자동차 부품 생태계의 ‘지원 신호’를 찾는 것입니다.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E2FB8-E418-4273-B69C-30B0F4E8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전장/전자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16DD0-0C83-4B46-983E-54F1F204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9550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858EF-0C66-485F-A366-C03385AA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95500"/>
            <a:ext cx="430911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02515-D10E-45C4-9769-DF9FC5EC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전동화·제어기·와이어링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0D515-07AC-4366-AD3B-9B9C655C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차체/금속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51720-1D64-4A06-9577-B6B8F050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2415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9604D-02D2-4370-9D2B-09C6A862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24150"/>
            <a:ext cx="364617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9C9B5-ECA7-4F7F-B534-53F3A57D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프레스·경량화·소재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6FD43-960D-4211-9869-F5A33C54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에너지/공조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BBDD5-84F5-4A4F-B7E1-6BEA8936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5280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BC028-5382-423A-BBA8-19D0B4C4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52800"/>
            <a:ext cx="26517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12"/>
          </a:solidFill>
          <a:ln xmlns:a="http://schemas.openxmlformats.org/drawingml/2006/main" w="0">
            <a:solidFill>
              <a:srgbClr val="C46A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48954-5B86-4088-89CD-69A21499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배터리·공조·전원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6D410-9958-4D00-A69B-4CE38477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내외장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F4134-5333-467F-B102-723E28ED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8145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0FD734-1D29-49E0-BE0E-E17DF69F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81450"/>
            <a:ext cx="232029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C1640C-C257-42CD-9089-CB464BE2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시트·내장재·인테리어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54DEDE-C89C-4AC7-BFB6-7C8DE6DB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부품 제조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AE62A7-4970-4B1F-9B2A-15633513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10100"/>
            <a:ext cx="552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A917F7-C6B4-4DE5-9CD5-52BF311D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10100"/>
            <a:ext cx="320421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467"/>
          </a:solidFill>
          <a:ln xmlns:a="http://schemas.openxmlformats.org/drawingml/2006/main" w="0">
            <a:solidFill>
              <a:srgbClr val="47546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357246-37C7-4D01-ADEC-4AF39700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생산·품질·공급망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913495-C319-4A65-ABBB-4133A465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AA0695-24B7-401C-A044-5F49CE1A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인사이트: 단순 기업 목록이 아니라 제품군·채용 직무·최근 뉴스 이슈를 연결해야 지원 전략이 생깁니다.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093961-A8BC-43EB-BD6D-3DC457F0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876CA5-6CE2-4A2A-95D1-76282BB6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BriefJob | AI 취업 뉴스·기업 리서치 플랫폼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CD1B08-53A4-4CAA-A726-556A0A86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389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본문 08 / 12</a:t>
            </a:r>
          </a:p>
        </p:txBody>
      </p:sp>
    </p:spTree>
    <p:extLst>
      <p:ext uri="{BB962C8B-B14F-4D97-AF65-F5344CB8AC3E}">
        <p14:creationId xmlns:p14="http://schemas.microsoft.com/office/powerpoint/2010/main" val="5251588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0EF434-656B-49C8-BDA3-A61BDFE9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7EF0A-698F-4AB3-AA79-F4B64262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6A12"/>
          </a:solidFill>
          <a:ln xmlns:a="http://schemas.openxmlformats.org/drawingml/2006/main" w="0">
            <a:solidFill>
              <a:srgbClr val="C46A1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AE4D0-FE89-4E51-8DFB-D74EFF9C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46A1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46A12"/>
                </a:solidFill>
                <a:latin typeface="Malgun Gothic"/>
                <a:ea typeface="Malgun Gothic"/>
                <a:cs typeface="Malgun Gothic"/>
              </a:rPr>
              <a:t>ROLE DIVISION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C57A9-2EA8-4A8B-A5ED-1E8A0D5C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4인 팀이라면 평가 항목이 보이도록 역할을 나누는 게 유리합니다.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C887C-6B39-485A-9BC0-64603331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3812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38697-3C78-45FF-9343-1A0F9DFF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PM / 발표 총괄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ADC4F-BE2C-4E4D-8CAE-98104423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924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주제 정의, 일정 관리, README, 발표 스토리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B45E8-25C3-4195-B60E-182B52B4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F150C4-4F58-4288-843B-B93D8DB7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주제·설명력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4B52A-4B3C-4FCA-80AF-5BC78D03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23812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6EB42-95C7-41D2-9ADB-116015CD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479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rPr>
              <a:t>데이터 수집/정제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3A0B1-6377-4A71-939A-C635C87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48000"/>
            <a:ext cx="1924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API 연동, 필터링, 캐시, 검색 품질 개선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1A12F-C5BE-415F-84D5-40E9733D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1005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853BC3-109E-4C01-ADDF-E1D0C29C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1960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데이터분석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635AD-7ED6-4AEA-A6D0-FEE05325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23812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8B00A-EDBE-46BF-B054-D1BCE4E0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479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6A1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C46A12"/>
                </a:solidFill>
                <a:latin typeface="Malgun Gothic"/>
                <a:ea typeface="Malgun Gothic"/>
                <a:cs typeface="Malgun Gothic"/>
              </a:rPr>
              <a:t>AI 분석/백엔드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86525-27F8-43FF-9FF4-9EB42B33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1924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LLM 프롬프트, 브리핑, 기업 리서치 로직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84F5F-0E95-444E-8907-329EC1D8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1005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37AD8-686A-4B6E-B8AF-7241599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1960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결과도출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B272F2-77CD-44F7-9741-F13CCF96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00250"/>
            <a:ext cx="23812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ED2055-A228-43C9-965E-A63AA389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479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7C3AED"/>
                </a:solidFill>
                <a:latin typeface="Malgun Gothic"/>
                <a:ea typeface="Malgun Gothic"/>
                <a:cs typeface="Malgun Gothic"/>
              </a:rPr>
              <a:t>프론트/UI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18DF8A-D0E2-4DA5-82B2-A20CC409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48000"/>
            <a:ext cx="1924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검색 UX, 기업정보/채용공고 탭, 디자인 완성도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7AFE0D-C6E5-4C63-8BD5-61B023F9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10050"/>
            <a:ext cx="192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E2E50C-8115-4BD8-A556-2D2EE063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19600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설명력·결과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E6BA9B-1D8A-4D0E-A37B-4E7044FD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D4AF3E-99F9-4E46-ACC8-8F46B892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BriefJob | AI 취업 뉴스·기업 리서치 플랫폼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849007-ACAA-45AB-8B21-CE636ED9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389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본문 09 / 12</a:t>
            </a:r>
          </a:p>
        </p:txBody>
      </p:sp>
    </p:spTree>
    <p:extLst>
      <p:ext uri="{BB962C8B-B14F-4D97-AF65-F5344CB8AC3E}">
        <p14:creationId xmlns:p14="http://schemas.microsoft.com/office/powerpoint/2010/main" val="19816934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CA0582-DB24-49AE-977A-2DA037B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088C2-7BE4-4E64-A2A8-D8A3748E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6BECF-E454-4434-92D6-8ABA3C82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IMPLEMENTATION ISSUES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BF192-5540-4145-AC96-F0FDF6ED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문제 해결 과정 자체가 프로젝트의 기술적 설득력입니다.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42977-28A3-4096-8734-A4DA2DDF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EFA58-51BA-4D65-AEC5-BF8F3DFB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고용24 개인회원 API 제한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0B5D6-C853-402B-B313-E14F22E5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2880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채용정보 API가 차단되어 공개 검색 기반 채용 후보 수집으로 전환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5B681-D05D-490B-B127-AE414D70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003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329AB-EF80-48CC-AEF1-B3CBA9C5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8A71A-6ABA-4ECD-8F22-508C18BC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검색 결과 오염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8CDC39-CC65-4CFB-94B1-DFB3D405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0510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커뮤니티, 파일, 로또/주소 등 무관 결과 도메인·텍스트 필터링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A69F6-2A11-4DB8-8397-9ACC9B06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E883A-EB16-44BE-9478-EC5BBED6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B4C879-FDB3-4E9E-9057-843D1C08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검색 의도 구분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34AEA-2A40-47B4-80AD-56F8427F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8140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산업 키워드는 동향 요약, 기업명은 기업 리서치와 면접 준비로 분기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68DB2-FB27-4A59-BFDD-7C39DBF8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7A5F4-D5A5-4E33-8F10-DA86E408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A92EB-1FBA-414F-AB33-02AAA171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UI 불편함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8BAC5C-588C-41A4-9A1D-F4F48474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5770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첫 화면 소개, 상단 메뉴, 썸네일, 기업정보/채용공고 탭으로 사용 흐름 개선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B214E4-AEAE-44E4-ABCE-70A16C61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29200"/>
            <a:ext cx="942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67496-EFA4-49CA-8744-1E444FC0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77C2D1-3C68-4E42-8E4D-DECCD0E4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BriefJob | AI 취업 뉴스·기업 리서치 플랫폼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646CC4-118A-4579-9777-39DDBF02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389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본문 10 / 12</a:t>
            </a:r>
          </a:p>
        </p:txBody>
      </p:sp>
    </p:spTree>
    <p:extLst>
      <p:ext uri="{BB962C8B-B14F-4D97-AF65-F5344CB8AC3E}">
        <p14:creationId xmlns:p14="http://schemas.microsoft.com/office/powerpoint/2010/main" val="130775482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6C2A53-1AFE-4B8B-9850-A10F7AA3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CBBB0-B817-490F-8FBA-4920EC56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DF21F-2B9C-4A03-AF41-D3214DF6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D286F-6C79-4C9C-808B-6CC94EC6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결과물은 ‘검색 가능한 취업 리서치 플랫폼’으로 정리됩니다.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25057-A823-450B-BB55-798941AD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5459A-0081-4A3A-A21D-4EB79F78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입장에서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바로 얻는 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5273B-0B46-4C31-8C89-2C3DAF32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956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4ADE8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DD482-0681-446B-8EA6-C9D410E5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3486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최신 뉴스 목록과 기사 썸네일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C6021-4E5B-4F36-8752-328DAA98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57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4ADE8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F19A5-608E-49D4-8D0D-7E4B592D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3486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AI 요약과 근거 링크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DBEE9-CFA7-4FC0-BAF1-6E30B21B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95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4ADE8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083C8-AAB5-460A-AFA0-05255C0A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3486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기업별 사업·직무·면접 준비 포인트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A8CD4-F3E7-42DA-ACAD-F6E0CA0F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815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4ADE8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A404A-3AA5-45DF-A3F8-00AEE1AC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3486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E5E7EB"/>
                </a:solidFill>
                <a:latin typeface="Malgun Gothic"/>
                <a:ea typeface="Malgun Gothic"/>
                <a:cs typeface="Malgun Gothic"/>
              </a:rPr>
              <a:t>공개 채용공고 후보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9DFED-5C98-4DF5-8DBD-D7FDC2C0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4310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D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3DBA7-9CDD-48EB-A55E-7F2BE25C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평가 항목 대응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6363E-F6E4-43E7-AA4F-2A877641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24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54E49-9335-45D9-8791-A42D8B20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3581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주제: 취업 준비 문제를 실제 서비스로 해결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3C8A0-AC0C-46D6-90BC-FC11CEBC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67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314787-1D37-4015-A871-077F8BC7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3581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업무분장: 4개 역할로 산출물 책임 분리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59160A-31A3-4988-AD3C-0A102930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9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76F1F3-7A2D-4624-918E-9B61A4AE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3581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데이터분석: 수집·정제·분석 기준 명확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395E1E-8C35-4190-A686-79DC4830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52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BE8696-E939-4BC3-9D08-B7DFBEAA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3581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결과도출: AI 브리핑과 기업 리서치 생성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226D6D-4F28-47F3-B107-1376A6A3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95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960623-FBF2-493D-ADFA-7B59B46F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71950"/>
            <a:ext cx="3581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설명력: 화면 흐름과 PPT 스토리 일치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E3DCCD-97E4-408B-91FA-49F307FA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2838CE-6EC1-4666-A507-C28D0DA7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BriefJob | AI 취업 뉴스·기업 리서치 플랫폼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4625BC-3454-4AD5-900A-7CA0D6B1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389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본문 11 / 12</a:t>
            </a:r>
          </a:p>
        </p:txBody>
      </p:sp>
    </p:spTree>
    <p:extLst>
      <p:ext uri="{BB962C8B-B14F-4D97-AF65-F5344CB8AC3E}">
        <p14:creationId xmlns:p14="http://schemas.microsoft.com/office/powerpoint/2010/main" val="114794188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22D600-FF56-4C65-9E04-88B2B0ED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F0BC9-2A80-4141-A737-FC25BEFF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BAF53-4DF6-44B4-AFBF-3050A4A4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4E638-11AC-42D2-BA6C-5C1A57AD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다음 단계는 정확도, 검증성, 개인화입니다.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B258F-C2ED-40F2-A26C-1B6D08C2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805C"/>
          </a:solidFill>
          <a:ln xmlns:a="http://schemas.openxmlformats.org/drawingml/2006/main" w="0">
            <a:solidFill>
              <a:srgbClr val="1280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E2E8F-E034-425D-84D7-D08DE3DE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764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2805C"/>
                </a:solidFill>
                <a:latin typeface="Malgun Gothic"/>
                <a:ea typeface="Malgun Gothic"/>
                <a:cs typeface="Malgun Gothic"/>
              </a:rPr>
              <a:t>1차 구현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34FB6-10BC-45FC-A24B-06AB9EE4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뉴스 검색·필터링·AI 브리핑·기업정보·채용 후보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0822A-B227-48AC-A686-22F54232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575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4743F-4F7B-4D8A-AE6F-5BAE30FA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764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정확도 개선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6518D-A8A4-4E53-AF2B-530E5C4D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623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채용공고 상세 검증, 마감일 추출, 중복 공고 병합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B1FD0-A350-411D-B312-7660984D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A0F1E-ECC2-4041-88C9-D69B9861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개인화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A7778-848F-49E9-AA20-8EBB30CB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623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관심 직무/지역/경력에 따른 공고와 질문 추천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5B5A0-834B-4C82-94C5-BBE0E7A9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575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8B05C-56C6-4343-A683-29C2C014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764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데이터 분석 확장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220C2-1F85-4570-95A4-4042B267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623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C6470"/>
                </a:solidFill>
                <a:latin typeface="Malgun Gothic"/>
                <a:ea typeface="Malgun Gothic"/>
                <a:cs typeface="Malgun Gothic"/>
              </a:rPr>
              <a:t>기업별 이슈 빈도, 제품군 변화, 채용 신호 대시보드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3CC4D-EE9A-4418-B0BE-066C3540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435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발전 방향: 단순 검색 서비스에서 ‘취업 의사결정 보조 도구’로 확장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1A64E7-090E-410D-B5ED-1CE1F18E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072D1-7A92-4CF8-A358-C52BA9CB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BriefJob | AI 취업 뉴스·기업 리서치 플랫폼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7B183D-BB8C-4040-B6CF-C80BF894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389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7B8491"/>
                </a:solidFill>
                <a:latin typeface="Malgun Gothic"/>
                <a:ea typeface="Malgun Gothic"/>
                <a:cs typeface="Malgun Gothic"/>
              </a:rPr>
              <a:t>본문 12 / 12</a:t>
            </a:r>
          </a:p>
        </p:txBody>
      </p:sp>
    </p:spTree>
    <p:extLst>
      <p:ext uri="{BB962C8B-B14F-4D97-AF65-F5344CB8AC3E}">
        <p14:creationId xmlns:p14="http://schemas.microsoft.com/office/powerpoint/2010/main" val="5611342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8175A0-599A-4006-A4ED-BA0C4EAF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F7F5F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D1032-36A9-45D8-AB95-D9A79349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25316-4410-472C-85B3-3DC8A40C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8110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BriefJob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1C89A-892F-4AB0-92DC-120DF36D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7905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뉴스와 공개 자료를 근거로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취업 준비의 다음 행동을 제안합니다.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1E36F-897A-403E-B410-A0EFDD98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DE80"/>
          </a:solidFill>
          <a:ln xmlns:a="http://schemas.openxmlformats.org/drawingml/2006/main" w="0">
            <a:solidFill>
              <a:srgbClr val="4ADE8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99973-57D4-4E05-91AF-5FE128C7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1D5D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D1D5DB"/>
                </a:solidFill>
                <a:latin typeface="Malgun Gothic"/>
                <a:ea typeface="Malgun Gothic"/>
                <a:cs typeface="Malgun Gothic"/>
              </a:rPr>
              <a:t>README 사용방법 · GitHub 주소 · 발표 시연 화면으로 마무리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6A21B-02BC-4F76-BEA7-791C4FFF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2435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3450" b="1">
                <a:solidFill>
                  <a:srgbClr val="A7F3D0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A7F3D0"/>
                </a:solidFill>
                <a:latin typeface="Malgun Gothic"/>
                <a:ea typeface="Malgun Gothic"/>
                <a:cs typeface="Malgun Gothic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779018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2026-06-01T02:44:29.5060000Z</dcterms:created>
  <dcterms:modified xsi:type="dcterms:W3CDTF">2026-06-01T02:44:29.5060000Z</dcterms:modified>
</coreProperties>
</file>